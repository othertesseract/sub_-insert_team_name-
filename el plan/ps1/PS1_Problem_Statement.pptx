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853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400" dirty="0">
                <a:solidFill>
                  <a:srgbClr val="1FA89A"/>
                </a:solidFill>
              </a:rPr>
              <a:t>PS1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Food Delivery Time Prediction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7D3"/>
                </a:solidFill>
              </a:rPr>
              <a:t>Problem statement briefing  ·  ACM AI/ML Hackathon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63A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2733"/>
                </a:solidFill>
              </a:rPr>
              <a:t>Food delivery platforms need to tell customers how long an order will take to arrive.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733"/>
                </a:solidFill>
              </a:rPr>
              <a:t>Your task: predict the total delivery time, from the moment an order is placed, using the order’s details.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91840" y="30632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4747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A89A"/>
                </a:solidFill>
              </a:rPr>
              <a:t>Target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63A"/>
                </a:solidFill>
              </a:rPr>
              <a:t>delivery_time_min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5040" y="3063240"/>
            <a:ext cx="25603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2179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A89A"/>
                </a:solidFill>
              </a:rPr>
              <a:t>Unit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3566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263A"/>
                </a:solidFill>
              </a:rPr>
              <a:t>Minutes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63A"/>
                </a:solidFill>
              </a:rPr>
              <a:t>The Data Given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8"/>
                </a:solidFill>
              </a:rPr>
              <a:t>food_delivery_time.csv  ·  1,000 rows  ·  9 columns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order_id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Integer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Unique order identifier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distance_km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Delivery distance in kilometres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distance_miles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Equivalent distance in miles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prep_time_min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Food preparation time (minutes)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courier_experience_years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Courier experience (years)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order_items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Integer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Number of items in the order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traffic_delay_min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Traffic-related delay (minutes)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courier_wait_min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Additional pickup/waiting time (minutes)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7A7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delivery_time_min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7A70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7A70"/>
                          </a:solidFill>
                        </a:rPr>
                        <a:t>TARGET: total delivery time (minutes)</a:t>
                      </a:r>
                      <a:endParaRPr lang="en-US" sz="1200" dirty="0"/>
                    </a:p>
                  </a:txBody>
                  <a:tcPr anchor="ctr">
                    <a:lnL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63A"/>
                </a:solidFill>
              </a:rPr>
              <a:t>What We Expect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548640" cy="548640"/>
          </a:xfrm>
          <a:prstGeom prst="ellipse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43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</a:rPr>
              <a:t>Explore &amp; prepare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813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967"/>
                </a:solidFill>
              </a:rPr>
              <a:t>Examine the dataset and make it ready for modelling.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48640" cy="548640"/>
          </a:xfrm>
          <a:prstGeom prst="ellipse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011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</a:rPr>
              <a:t>Build the model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3500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967"/>
                </a:solidFill>
              </a:rPr>
              <a:t>Train a model to predict delivery_time_min.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8803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</a:rPr>
              <a:t>Evaluate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2186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967"/>
                </a:solidFill>
              </a:rPr>
              <a:t>Measure performance on data the model has not seen.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48640" cy="548640"/>
          </a:xfrm>
          <a:prstGeom prst="ellipse">
            <a:avLst/>
          </a:prstGeom>
          <a:solidFill>
            <a:srgbClr val="1FA8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490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63A"/>
                </a:solidFill>
              </a:rPr>
              <a:t>Explain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0873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5967"/>
                </a:solidFill>
              </a:rPr>
              <a:t>Briefly justify your choices and findings.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233</Words>
  <Application>Microsoft Office PowerPoint</Application>
  <PresentationFormat>On-screen Show (16:9)</PresentationFormat>
  <Paragraphs>59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24BCP025RhydhamS</cp:lastModifiedBy>
  <cp:revision>2</cp:revision>
  <dcterms:created xsi:type="dcterms:W3CDTF">2026-10-11T06:12:50Z</dcterms:created>
  <dcterms:modified xsi:type="dcterms:W3CDTF">2026-10-11T06:19:24Z</dcterms:modified>
</cp:coreProperties>
</file>